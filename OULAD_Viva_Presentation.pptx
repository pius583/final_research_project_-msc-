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AEB3A7-2165-485C-BC42-8A22C7D653B4}" v="186" dt="2026-09-06T16:42:48.7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us Twumasi" userId="3961ed92a943c91f" providerId="LiveId" clId="{0C303274-FA70-4C6C-8943-170D59EEDBEA}"/>
    <pc:docChg chg="undo custSel addSld delSld modSld sldOrd">
      <pc:chgData name="Pius Twumasi" userId="3961ed92a943c91f" providerId="LiveId" clId="{0C303274-FA70-4C6C-8943-170D59EEDBEA}" dt="2026-09-10T19:18:53.049" v="2025" actId="14100"/>
      <pc:docMkLst>
        <pc:docMk/>
      </pc:docMkLst>
      <pc:sldChg chg="addSp delSp modSp add mod setBg">
        <pc:chgData name="Pius Twumasi" userId="3961ed92a943c91f" providerId="LiveId" clId="{0C303274-FA70-4C6C-8943-170D59EEDBEA}" dt="2026-09-06T16:42:34.801" v="1985"/>
        <pc:sldMkLst>
          <pc:docMk/>
          <pc:sldMk cId="0" sldId="257"/>
        </pc:sldMkLst>
        <pc:spChg chg="mod ord">
          <ac:chgData name="Pius Twumasi" userId="3961ed92a943c91f" providerId="LiveId" clId="{0C303274-FA70-4C6C-8943-170D59EEDBEA}" dt="2026-08-20T22:43:15.108" v="758" actId="26606"/>
          <ac:spMkLst>
            <pc:docMk/>
            <pc:sldMk cId="0" sldId="257"/>
            <ac:spMk id="2" creationId="{00000000-0000-0000-0000-000000000000}"/>
          </ac:spMkLst>
        </pc:spChg>
        <pc:spChg chg="mod">
          <ac:chgData name="Pius Twumasi" userId="3961ed92a943c91f" providerId="LiveId" clId="{0C303274-FA70-4C6C-8943-170D59EEDBEA}" dt="2026-09-06T16:39:06.291" v="1927" actId="14100"/>
          <ac:spMkLst>
            <pc:docMk/>
            <pc:sldMk cId="0" sldId="257"/>
            <ac:spMk id="3" creationId="{00000000-0000-0000-0000-000000000000}"/>
          </ac:spMkLst>
        </pc:spChg>
        <pc:spChg chg="mod">
          <ac:chgData name="Pius Twumasi" userId="3961ed92a943c91f" providerId="LiveId" clId="{0C303274-FA70-4C6C-8943-170D59EEDBEA}" dt="2026-08-20T22:43:15.108" v="758" actId="26606"/>
          <ac:spMkLst>
            <pc:docMk/>
            <pc:sldMk cId="0" sldId="257"/>
            <ac:spMk id="5" creationId="{00000000-0000-0000-0000-000000000000}"/>
          </ac:spMkLst>
        </pc:spChg>
        <pc:spChg chg="mod">
          <ac:chgData name="Pius Twumasi" userId="3961ed92a943c91f" providerId="LiveId" clId="{0C303274-FA70-4C6C-8943-170D59EEDBEA}" dt="2026-09-06T15:18:30.815" v="1893" actId="20577"/>
          <ac:spMkLst>
            <pc:docMk/>
            <pc:sldMk cId="0" sldId="257"/>
            <ac:spMk id="7" creationId="{00000000-0000-0000-0000-000000000000}"/>
          </ac:spMkLst>
        </pc:spChg>
      </pc:sldChg>
      <pc:sldChg chg="modSp add mod setBg">
        <pc:chgData name="Pius Twumasi" userId="3961ed92a943c91f" providerId="LiveId" clId="{0C303274-FA70-4C6C-8943-170D59EEDBEA}" dt="2026-09-06T10:11:09.648" v="1217" actId="20577"/>
        <pc:sldMkLst>
          <pc:docMk/>
          <pc:sldMk cId="0" sldId="258"/>
        </pc:sldMkLst>
        <pc:spChg chg="mod">
          <ac:chgData name="Pius Twumasi" userId="3961ed92a943c91f" providerId="LiveId" clId="{0C303274-FA70-4C6C-8943-170D59EEDBEA}" dt="2026-09-06T10:11:09.648" v="1217" actId="20577"/>
          <ac:spMkLst>
            <pc:docMk/>
            <pc:sldMk cId="0" sldId="258"/>
            <ac:spMk id="4" creationId="{00000000-0000-0000-0000-000000000000}"/>
          </ac:spMkLst>
        </pc:spChg>
        <pc:spChg chg="mod">
          <ac:chgData name="Pius Twumasi" userId="3961ed92a943c91f" providerId="LiveId" clId="{0C303274-FA70-4C6C-8943-170D59EEDBEA}" dt="2026-08-20T10:39:53.052" v="69" actId="14100"/>
          <ac:spMkLst>
            <pc:docMk/>
            <pc:sldMk cId="0" sldId="258"/>
            <ac:spMk id="5" creationId="{00000000-0000-0000-0000-000000000000}"/>
          </ac:spMkLst>
        </pc:spChg>
        <pc:spChg chg="mod">
          <ac:chgData name="Pius Twumasi" userId="3961ed92a943c91f" providerId="LiveId" clId="{0C303274-FA70-4C6C-8943-170D59EEDBEA}" dt="2026-08-20T10:41:14.341" v="76" actId="255"/>
          <ac:spMkLst>
            <pc:docMk/>
            <pc:sldMk cId="0" sldId="258"/>
            <ac:spMk id="7" creationId="{00000000-0000-0000-0000-000000000000}"/>
          </ac:spMkLst>
        </pc:spChg>
        <pc:spChg chg="mod">
          <ac:chgData name="Pius Twumasi" userId="3961ed92a943c91f" providerId="LiveId" clId="{0C303274-FA70-4C6C-8943-170D59EEDBEA}" dt="2026-08-20T10:40:16.519" v="74" actId="14100"/>
          <ac:spMkLst>
            <pc:docMk/>
            <pc:sldMk cId="0" sldId="258"/>
            <ac:spMk id="8" creationId="{00000000-0000-0000-0000-000000000000}"/>
          </ac:spMkLst>
        </pc:spChg>
        <pc:spChg chg="mod">
          <ac:chgData name="Pius Twumasi" userId="3961ed92a943c91f" providerId="LiveId" clId="{0C303274-FA70-4C6C-8943-170D59EEDBEA}" dt="2026-08-20T11:17:44.368" v="133" actId="255"/>
          <ac:spMkLst>
            <pc:docMk/>
            <pc:sldMk cId="0" sldId="258"/>
            <ac:spMk id="9" creationId="{00000000-0000-0000-0000-000000000000}"/>
          </ac:spMkLst>
        </pc:spChg>
        <pc:spChg chg="mod">
          <ac:chgData name="Pius Twumasi" userId="3961ed92a943c91f" providerId="LiveId" clId="{0C303274-FA70-4C6C-8943-170D59EEDBEA}" dt="2026-08-20T10:40:45.025" v="75" actId="255"/>
          <ac:spMkLst>
            <pc:docMk/>
            <pc:sldMk cId="0" sldId="258"/>
            <ac:spMk id="10" creationId="{00000000-0000-0000-0000-000000000000}"/>
          </ac:spMkLst>
        </pc:spChg>
      </pc:sldChg>
      <pc:sldChg chg="addSp delSp modSp add mod setBg">
        <pc:chgData name="Pius Twumasi" userId="3961ed92a943c91f" providerId="LiveId" clId="{0C303274-FA70-4C6C-8943-170D59EEDBEA}" dt="2026-09-06T15:13:27.845" v="1789" actId="108"/>
        <pc:sldMkLst>
          <pc:docMk/>
          <pc:sldMk cId="0" sldId="259"/>
        </pc:sldMkLst>
        <pc:spChg chg="mod">
          <ac:chgData name="Pius Twumasi" userId="3961ed92a943c91f" providerId="LiveId" clId="{0C303274-FA70-4C6C-8943-170D59EEDBEA}" dt="2026-09-06T15:13:27.845" v="1789" actId="108"/>
          <ac:spMkLst>
            <pc:docMk/>
            <pc:sldMk cId="0" sldId="259"/>
            <ac:spMk id="6" creationId="{00000000-0000-0000-0000-000000000000}"/>
          </ac:spMkLst>
        </pc:spChg>
        <pc:spChg chg="mod">
          <ac:chgData name="Pius Twumasi" userId="3961ed92a943c91f" providerId="LiveId" clId="{0C303274-FA70-4C6C-8943-170D59EEDBEA}" dt="2026-08-20T22:26:11.266" v="713" actId="12"/>
          <ac:spMkLst>
            <pc:docMk/>
            <pc:sldMk cId="0" sldId="259"/>
            <ac:spMk id="10" creationId="{00000000-0000-0000-0000-000000000000}"/>
          </ac:spMkLst>
        </pc:spChg>
        <pc:spChg chg="mod">
          <ac:chgData name="Pius Twumasi" userId="3961ed92a943c91f" providerId="LiveId" clId="{0C303274-FA70-4C6C-8943-170D59EEDBEA}" dt="2026-08-20T22:28:10.258" v="718" actId="1076"/>
          <ac:spMkLst>
            <pc:docMk/>
            <pc:sldMk cId="0" sldId="259"/>
            <ac:spMk id="11" creationId="{00000000-0000-0000-0000-000000000000}"/>
          </ac:spMkLst>
        </pc:spChg>
        <pc:spChg chg="mod">
          <ac:chgData name="Pius Twumasi" userId="3961ed92a943c91f" providerId="LiveId" clId="{0C303274-FA70-4C6C-8943-170D59EEDBEA}" dt="2026-08-20T22:26:19.430" v="714" actId="12"/>
          <ac:spMkLst>
            <pc:docMk/>
            <pc:sldMk cId="0" sldId="259"/>
            <ac:spMk id="14" creationId="{00000000-0000-0000-0000-000000000000}"/>
          </ac:spMkLst>
        </pc:spChg>
        <pc:spChg chg="mod">
          <ac:chgData name="Pius Twumasi" userId="3961ed92a943c91f" providerId="LiveId" clId="{0C303274-FA70-4C6C-8943-170D59EEDBEA}" dt="2026-08-20T22:28:33.524" v="719" actId="1076"/>
          <ac:spMkLst>
            <pc:docMk/>
            <pc:sldMk cId="0" sldId="259"/>
            <ac:spMk id="15" creationId="{00000000-0000-0000-0000-000000000000}"/>
          </ac:spMkLst>
        </pc:spChg>
        <pc:spChg chg="mod">
          <ac:chgData name="Pius Twumasi" userId="3961ed92a943c91f" providerId="LiveId" clId="{0C303274-FA70-4C6C-8943-170D59EEDBEA}" dt="2026-08-20T22:26:32.483" v="715" actId="12"/>
          <ac:spMkLst>
            <pc:docMk/>
            <pc:sldMk cId="0" sldId="259"/>
            <ac:spMk id="18" creationId="{00000000-0000-0000-0000-000000000000}"/>
          </ac:spMkLst>
        </pc:spChg>
        <pc:spChg chg="mod">
          <ac:chgData name="Pius Twumasi" userId="3961ed92a943c91f" providerId="LiveId" clId="{0C303274-FA70-4C6C-8943-170D59EEDBEA}" dt="2026-08-20T22:28:49.451" v="720" actId="1076"/>
          <ac:spMkLst>
            <pc:docMk/>
            <pc:sldMk cId="0" sldId="259"/>
            <ac:spMk id="19" creationId="{00000000-0000-0000-0000-000000000000}"/>
          </ac:spMkLst>
        </pc:spChg>
      </pc:sldChg>
      <pc:sldChg chg="delSp modSp add mod setBg">
        <pc:chgData name="Pius Twumasi" userId="3961ed92a943c91f" providerId="LiveId" clId="{0C303274-FA70-4C6C-8943-170D59EEDBEA}" dt="2026-08-20T22:35:48.256" v="747" actId="255"/>
        <pc:sldMkLst>
          <pc:docMk/>
          <pc:sldMk cId="0" sldId="260"/>
        </pc:sldMkLst>
        <pc:spChg chg="mod">
          <ac:chgData name="Pius Twumasi" userId="3961ed92a943c91f" providerId="LiveId" clId="{0C303274-FA70-4C6C-8943-170D59EEDBEA}" dt="2026-08-20T22:32:26.589" v="735" actId="255"/>
          <ac:spMkLst>
            <pc:docMk/>
            <pc:sldMk cId="0" sldId="260"/>
            <ac:spMk id="8" creationId="{00000000-0000-0000-0000-000000000000}"/>
          </ac:spMkLst>
        </pc:spChg>
        <pc:spChg chg="mod">
          <ac:chgData name="Pius Twumasi" userId="3961ed92a943c91f" providerId="LiveId" clId="{0C303274-FA70-4C6C-8943-170D59EEDBEA}" dt="2026-08-20T22:32:14.502" v="734" actId="14100"/>
          <ac:spMkLst>
            <pc:docMk/>
            <pc:sldMk cId="0" sldId="260"/>
            <ac:spMk id="9" creationId="{00000000-0000-0000-0000-000000000000}"/>
          </ac:spMkLst>
        </pc:spChg>
        <pc:spChg chg="mod">
          <ac:chgData name="Pius Twumasi" userId="3961ed92a943c91f" providerId="LiveId" clId="{0C303274-FA70-4C6C-8943-170D59EEDBEA}" dt="2026-08-20T11:19:59.931" v="134" actId="255"/>
          <ac:spMkLst>
            <pc:docMk/>
            <pc:sldMk cId="0" sldId="260"/>
            <ac:spMk id="10" creationId="{00000000-0000-0000-0000-000000000000}"/>
          </ac:spMkLst>
        </pc:spChg>
        <pc:spChg chg="mod">
          <ac:chgData name="Pius Twumasi" userId="3961ed92a943c91f" providerId="LiveId" clId="{0C303274-FA70-4C6C-8943-170D59EEDBEA}" dt="2026-08-20T22:34:14.278" v="744" actId="255"/>
          <ac:spMkLst>
            <pc:docMk/>
            <pc:sldMk cId="0" sldId="260"/>
            <ac:spMk id="14" creationId="{00000000-0000-0000-0000-000000000000}"/>
          </ac:spMkLst>
        </pc:spChg>
        <pc:spChg chg="mod">
          <ac:chgData name="Pius Twumasi" userId="3961ed92a943c91f" providerId="LiveId" clId="{0C303274-FA70-4C6C-8943-170D59EEDBEA}" dt="2026-08-20T22:33:55.797" v="741" actId="14100"/>
          <ac:spMkLst>
            <pc:docMk/>
            <pc:sldMk cId="0" sldId="260"/>
            <ac:spMk id="15" creationId="{00000000-0000-0000-0000-000000000000}"/>
          </ac:spMkLst>
        </pc:spChg>
        <pc:spChg chg="mod">
          <ac:chgData name="Pius Twumasi" userId="3961ed92a943c91f" providerId="LiveId" clId="{0C303274-FA70-4C6C-8943-170D59EEDBEA}" dt="2026-08-20T11:20:16.086" v="135" actId="255"/>
          <ac:spMkLst>
            <pc:docMk/>
            <pc:sldMk cId="0" sldId="260"/>
            <ac:spMk id="16" creationId="{00000000-0000-0000-0000-000000000000}"/>
          </ac:spMkLst>
        </pc:spChg>
        <pc:spChg chg="mod">
          <ac:chgData name="Pius Twumasi" userId="3961ed92a943c91f" providerId="LiveId" clId="{0C303274-FA70-4C6C-8943-170D59EEDBEA}" dt="2026-08-20T22:35:48.256" v="747" actId="255"/>
          <ac:spMkLst>
            <pc:docMk/>
            <pc:sldMk cId="0" sldId="260"/>
            <ac:spMk id="20" creationId="{00000000-0000-0000-0000-000000000000}"/>
          </ac:spMkLst>
        </pc:spChg>
        <pc:spChg chg="mod">
          <ac:chgData name="Pius Twumasi" userId="3961ed92a943c91f" providerId="LiveId" clId="{0C303274-FA70-4C6C-8943-170D59EEDBEA}" dt="2026-08-20T22:35:31.939" v="746" actId="14100"/>
          <ac:spMkLst>
            <pc:docMk/>
            <pc:sldMk cId="0" sldId="260"/>
            <ac:spMk id="21" creationId="{00000000-0000-0000-0000-000000000000}"/>
          </ac:spMkLst>
        </pc:spChg>
        <pc:spChg chg="mod">
          <ac:chgData name="Pius Twumasi" userId="3961ed92a943c91f" providerId="LiveId" clId="{0C303274-FA70-4C6C-8943-170D59EEDBEA}" dt="2026-08-20T11:20:38.812" v="136" actId="255"/>
          <ac:spMkLst>
            <pc:docMk/>
            <pc:sldMk cId="0" sldId="260"/>
            <ac:spMk id="22" creationId="{00000000-0000-0000-0000-000000000000}"/>
          </ac:spMkLst>
        </pc:spChg>
      </pc:sldChg>
      <pc:sldChg chg="addSp delSp modSp add mod setBg">
        <pc:chgData name="Pius Twumasi" userId="3961ed92a943c91f" providerId="LiveId" clId="{0C303274-FA70-4C6C-8943-170D59EEDBEA}" dt="2026-08-31T15:11:12.671" v="1111" actId="20577"/>
        <pc:sldMkLst>
          <pc:docMk/>
          <pc:sldMk cId="0" sldId="261"/>
        </pc:sldMkLst>
        <pc:spChg chg="mod">
          <ac:chgData name="Pius Twumasi" userId="3961ed92a943c91f" providerId="LiveId" clId="{0C303274-FA70-4C6C-8943-170D59EEDBEA}" dt="2026-08-31T15:11:12.671" v="1111" actId="20577"/>
          <ac:spMkLst>
            <pc:docMk/>
            <pc:sldMk cId="0" sldId="261"/>
            <ac:spMk id="4" creationId="{00000000-0000-0000-0000-000000000000}"/>
          </ac:spMkLst>
        </pc:spChg>
        <pc:graphicFrameChg chg="mod modGraphic">
          <ac:chgData name="Pius Twumasi" userId="3961ed92a943c91f" providerId="LiveId" clId="{0C303274-FA70-4C6C-8943-170D59EEDBEA}" dt="2026-08-20T11:03:30.391" v="112" actId="14734"/>
          <ac:graphicFrameMkLst>
            <pc:docMk/>
            <pc:sldMk cId="0" sldId="261"/>
            <ac:graphicFrameMk id="6" creationId="{00000000-0000-0000-0000-000000000000}"/>
          </ac:graphicFrameMkLst>
        </pc:graphicFrameChg>
        <pc:picChg chg="add mod">
          <ac:chgData name="Pius Twumasi" userId="3961ed92a943c91f" providerId="LiveId" clId="{0C303274-FA70-4C6C-8943-170D59EEDBEA}" dt="2026-08-20T21:07:52.333" v="593" actId="1036"/>
          <ac:picMkLst>
            <pc:docMk/>
            <pc:sldMk cId="0" sldId="261"/>
            <ac:picMk id="10" creationId="{F561D7B0-FBF9-63A7-2EF0-91883DD68B69}"/>
          </ac:picMkLst>
        </pc:picChg>
      </pc:sldChg>
      <pc:sldChg chg="modSp add mod setBg">
        <pc:chgData name="Pius Twumasi" userId="3961ed92a943c91f" providerId="LiveId" clId="{0C303274-FA70-4C6C-8943-170D59EEDBEA}" dt="2026-09-06T19:43:48.008" v="2008" actId="20577"/>
        <pc:sldMkLst>
          <pc:docMk/>
          <pc:sldMk cId="0" sldId="262"/>
        </pc:sldMkLst>
        <pc:spChg chg="mod">
          <ac:chgData name="Pius Twumasi" userId="3961ed92a943c91f" providerId="LiveId" clId="{0C303274-FA70-4C6C-8943-170D59EEDBEA}" dt="2026-08-20T15:25:43.197" v="221" actId="255"/>
          <ac:spMkLst>
            <pc:docMk/>
            <pc:sldMk cId="0" sldId="262"/>
            <ac:spMk id="6" creationId="{00000000-0000-0000-0000-000000000000}"/>
          </ac:spMkLst>
        </pc:spChg>
        <pc:spChg chg="mod">
          <ac:chgData name="Pius Twumasi" userId="3961ed92a943c91f" providerId="LiveId" clId="{0C303274-FA70-4C6C-8943-170D59EEDBEA}" dt="2026-09-06T19:43:48.008" v="2008" actId="20577"/>
          <ac:spMkLst>
            <pc:docMk/>
            <pc:sldMk cId="0" sldId="262"/>
            <ac:spMk id="9" creationId="{00000000-0000-0000-0000-000000000000}"/>
          </ac:spMkLst>
        </pc:spChg>
        <pc:spChg chg="mod">
          <ac:chgData name="Pius Twumasi" userId="3961ed92a943c91f" providerId="LiveId" clId="{0C303274-FA70-4C6C-8943-170D59EEDBEA}" dt="2026-09-06T15:04:19.334" v="1767" actId="20577"/>
          <ac:spMkLst>
            <pc:docMk/>
            <pc:sldMk cId="0" sldId="262"/>
            <ac:spMk id="12" creationId="{00000000-0000-0000-0000-000000000000}"/>
          </ac:spMkLst>
        </pc:spChg>
        <pc:spChg chg="mod">
          <ac:chgData name="Pius Twumasi" userId="3961ed92a943c91f" providerId="LiveId" clId="{0C303274-FA70-4C6C-8943-170D59EEDBEA}" dt="2026-08-20T15:26:18.289" v="224" actId="255"/>
          <ac:spMkLst>
            <pc:docMk/>
            <pc:sldMk cId="0" sldId="262"/>
            <ac:spMk id="15" creationId="{00000000-0000-0000-0000-000000000000}"/>
          </ac:spMkLst>
        </pc:spChg>
      </pc:sldChg>
      <pc:sldChg chg="addSp delSp modSp add mod setBg">
        <pc:chgData name="Pius Twumasi" userId="3961ed92a943c91f" providerId="LiveId" clId="{0C303274-FA70-4C6C-8943-170D59EEDBEA}" dt="2026-09-10T19:18:53.049" v="2025" actId="14100"/>
        <pc:sldMkLst>
          <pc:docMk/>
          <pc:sldMk cId="0" sldId="263"/>
        </pc:sldMkLst>
        <pc:spChg chg="mod">
          <ac:chgData name="Pius Twumasi" userId="3961ed92a943c91f" providerId="LiveId" clId="{0C303274-FA70-4C6C-8943-170D59EEDBEA}" dt="2026-09-08T21:00:55.244" v="2013" actId="14100"/>
          <ac:spMkLst>
            <pc:docMk/>
            <pc:sldMk cId="0" sldId="263"/>
            <ac:spMk id="4" creationId="{00000000-0000-0000-0000-000000000000}"/>
          </ac:spMkLst>
        </pc:spChg>
        <pc:spChg chg="mod">
          <ac:chgData name="Pius Twumasi" userId="3961ed92a943c91f" providerId="LiveId" clId="{0C303274-FA70-4C6C-8943-170D59EEDBEA}" dt="2026-09-08T21:01:59.019" v="2022" actId="14100"/>
          <ac:spMkLst>
            <pc:docMk/>
            <pc:sldMk cId="0" sldId="263"/>
            <ac:spMk id="5" creationId="{00000000-0000-0000-0000-000000000000}"/>
          </ac:spMkLst>
        </pc:spChg>
        <pc:spChg chg="mod">
          <ac:chgData name="Pius Twumasi" userId="3961ed92a943c91f" providerId="LiveId" clId="{0C303274-FA70-4C6C-8943-170D59EEDBEA}" dt="2026-09-08T21:01:01.901" v="2015" actId="14100"/>
          <ac:spMkLst>
            <pc:docMk/>
            <pc:sldMk cId="0" sldId="263"/>
            <ac:spMk id="6" creationId="{00000000-0000-0000-0000-000000000000}"/>
          </ac:spMkLst>
        </pc:spChg>
        <pc:spChg chg="mod">
          <ac:chgData name="Pius Twumasi" userId="3961ed92a943c91f" providerId="LiveId" clId="{0C303274-FA70-4C6C-8943-170D59EEDBEA}" dt="2026-09-08T21:02:13.718" v="2023" actId="14100"/>
          <ac:spMkLst>
            <pc:docMk/>
            <pc:sldMk cId="0" sldId="263"/>
            <ac:spMk id="7" creationId="{00000000-0000-0000-0000-000000000000}"/>
          </ac:spMkLst>
        </pc:spChg>
        <pc:spChg chg="mod">
          <ac:chgData name="Pius Twumasi" userId="3961ed92a943c91f" providerId="LiveId" clId="{0C303274-FA70-4C6C-8943-170D59EEDBEA}" dt="2026-09-08T21:01:53.500" v="2021" actId="14100"/>
          <ac:spMkLst>
            <pc:docMk/>
            <pc:sldMk cId="0" sldId="263"/>
            <ac:spMk id="8" creationId="{00000000-0000-0000-0000-000000000000}"/>
          </ac:spMkLst>
        </pc:spChg>
        <pc:spChg chg="mod">
          <ac:chgData name="Pius Twumasi" userId="3961ed92a943c91f" providerId="LiveId" clId="{0C303274-FA70-4C6C-8943-170D59EEDBEA}" dt="2026-09-08T21:01:23.107" v="2018" actId="14100"/>
          <ac:spMkLst>
            <pc:docMk/>
            <pc:sldMk cId="0" sldId="263"/>
            <ac:spMk id="9" creationId="{00000000-0000-0000-0000-000000000000}"/>
          </ac:spMkLst>
        </pc:spChg>
        <pc:spChg chg="mod">
          <ac:chgData name="Pius Twumasi" userId="3961ed92a943c91f" providerId="LiveId" clId="{0C303274-FA70-4C6C-8943-170D59EEDBEA}" dt="2026-09-10T19:18:53.049" v="2025" actId="14100"/>
          <ac:spMkLst>
            <pc:docMk/>
            <pc:sldMk cId="0" sldId="263"/>
            <ac:spMk id="11" creationId="{00000000-0000-0000-0000-000000000000}"/>
          </ac:spMkLst>
        </pc:spChg>
        <pc:graphicFrameChg chg="mod modGraphic">
          <ac:chgData name="Pius Twumasi" userId="3961ed92a943c91f" providerId="LiveId" clId="{0C303274-FA70-4C6C-8943-170D59EEDBEA}" dt="2026-09-08T21:03:12.836" v="2024" actId="255"/>
          <ac:graphicFrameMkLst>
            <pc:docMk/>
            <pc:sldMk cId="0" sldId="263"/>
            <ac:graphicFrameMk id="10" creationId="{00000000-0000-0000-0000-000000000000}"/>
          </ac:graphicFrameMkLst>
        </pc:graphicFrameChg>
        <pc:picChg chg="add mod">
          <ac:chgData name="Pius Twumasi" userId="3961ed92a943c91f" providerId="LiveId" clId="{0C303274-FA70-4C6C-8943-170D59EEDBEA}" dt="2026-08-20T17:47:28.399" v="592" actId="1076"/>
          <ac:picMkLst>
            <pc:docMk/>
            <pc:sldMk cId="0" sldId="263"/>
            <ac:picMk id="16" creationId="{FE2BC0C7-A2BD-3229-F888-6B373F2271A7}"/>
          </ac:picMkLst>
        </pc:picChg>
      </pc:sldChg>
      <pc:sldChg chg="addSp delSp modSp add mod setBg">
        <pc:chgData name="Pius Twumasi" userId="3961ed92a943c91f" providerId="LiveId" clId="{0C303274-FA70-4C6C-8943-170D59EEDBEA}" dt="2026-08-29T14:30:38.199" v="970" actId="20577"/>
        <pc:sldMkLst>
          <pc:docMk/>
          <pc:sldMk cId="0" sldId="264"/>
        </pc:sldMkLst>
        <pc:spChg chg="mod">
          <ac:chgData name="Pius Twumasi" userId="3961ed92a943c91f" providerId="LiveId" clId="{0C303274-FA70-4C6C-8943-170D59EEDBEA}" dt="2026-08-20T15:56:59.223" v="315" actId="14100"/>
          <ac:spMkLst>
            <pc:docMk/>
            <pc:sldMk cId="0" sldId="264"/>
            <ac:spMk id="2" creationId="{00000000-0000-0000-0000-000000000000}"/>
          </ac:spMkLst>
        </pc:spChg>
        <pc:spChg chg="mod">
          <ac:chgData name="Pius Twumasi" userId="3961ed92a943c91f" providerId="LiveId" clId="{0C303274-FA70-4C6C-8943-170D59EEDBEA}" dt="2026-08-20T15:57:10.031" v="318" actId="14100"/>
          <ac:spMkLst>
            <pc:docMk/>
            <pc:sldMk cId="0" sldId="264"/>
            <ac:spMk id="3" creationId="{00000000-0000-0000-0000-000000000000}"/>
          </ac:spMkLst>
        </pc:spChg>
        <pc:spChg chg="mod">
          <ac:chgData name="Pius Twumasi" userId="3961ed92a943c91f" providerId="LiveId" clId="{0C303274-FA70-4C6C-8943-170D59EEDBEA}" dt="2026-08-20T16:10:42.175" v="353" actId="1076"/>
          <ac:spMkLst>
            <pc:docMk/>
            <pc:sldMk cId="0" sldId="264"/>
            <ac:spMk id="6" creationId="{00000000-0000-0000-0000-000000000000}"/>
          </ac:spMkLst>
        </pc:spChg>
        <pc:spChg chg="mod">
          <ac:chgData name="Pius Twumasi" userId="3961ed92a943c91f" providerId="LiveId" clId="{0C303274-FA70-4C6C-8943-170D59EEDBEA}" dt="2026-08-20T16:11:29.633" v="357" actId="1076"/>
          <ac:spMkLst>
            <pc:docMk/>
            <pc:sldMk cId="0" sldId="264"/>
            <ac:spMk id="7" creationId="{00000000-0000-0000-0000-000000000000}"/>
          </ac:spMkLst>
        </pc:spChg>
        <pc:spChg chg="mod">
          <ac:chgData name="Pius Twumasi" userId="3961ed92a943c91f" providerId="LiveId" clId="{0C303274-FA70-4C6C-8943-170D59EEDBEA}" dt="2026-08-20T16:11:36.926" v="359" actId="14100"/>
          <ac:spMkLst>
            <pc:docMk/>
            <pc:sldMk cId="0" sldId="264"/>
            <ac:spMk id="8" creationId="{00000000-0000-0000-0000-000000000000}"/>
          </ac:spMkLst>
        </pc:spChg>
        <pc:spChg chg="mod">
          <ac:chgData name="Pius Twumasi" userId="3961ed92a943c91f" providerId="LiveId" clId="{0C303274-FA70-4C6C-8943-170D59EEDBEA}" dt="2026-08-20T16:11:45.375" v="360" actId="1076"/>
          <ac:spMkLst>
            <pc:docMk/>
            <pc:sldMk cId="0" sldId="264"/>
            <ac:spMk id="9" creationId="{00000000-0000-0000-0000-000000000000}"/>
          </ac:spMkLst>
        </pc:spChg>
        <pc:spChg chg="mod">
          <ac:chgData name="Pius Twumasi" userId="3961ed92a943c91f" providerId="LiveId" clId="{0C303274-FA70-4C6C-8943-170D59EEDBEA}" dt="2026-08-20T16:12:06.866" v="361" actId="1076"/>
          <ac:spMkLst>
            <pc:docMk/>
            <pc:sldMk cId="0" sldId="264"/>
            <ac:spMk id="10" creationId="{00000000-0000-0000-0000-000000000000}"/>
          </ac:spMkLst>
        </pc:spChg>
        <pc:spChg chg="mod">
          <ac:chgData name="Pius Twumasi" userId="3961ed92a943c91f" providerId="LiveId" clId="{0C303274-FA70-4C6C-8943-170D59EEDBEA}" dt="2026-08-20T16:12:29.500" v="366" actId="14100"/>
          <ac:spMkLst>
            <pc:docMk/>
            <pc:sldMk cId="0" sldId="264"/>
            <ac:spMk id="11" creationId="{00000000-0000-0000-0000-000000000000}"/>
          </ac:spMkLst>
        </pc:spChg>
        <pc:spChg chg="mod">
          <ac:chgData name="Pius Twumasi" userId="3961ed92a943c91f" providerId="LiveId" clId="{0C303274-FA70-4C6C-8943-170D59EEDBEA}" dt="2026-08-20T16:12:46.214" v="367" actId="1076"/>
          <ac:spMkLst>
            <pc:docMk/>
            <pc:sldMk cId="0" sldId="264"/>
            <ac:spMk id="12" creationId="{00000000-0000-0000-0000-000000000000}"/>
          </ac:spMkLst>
        </pc:spChg>
        <pc:spChg chg="mod">
          <ac:chgData name="Pius Twumasi" userId="3961ed92a943c91f" providerId="LiveId" clId="{0C303274-FA70-4C6C-8943-170D59EEDBEA}" dt="2026-08-29T14:30:38.199" v="970" actId="20577"/>
          <ac:spMkLst>
            <pc:docMk/>
            <pc:sldMk cId="0" sldId="264"/>
            <ac:spMk id="13" creationId="{00000000-0000-0000-0000-000000000000}"/>
          </ac:spMkLst>
        </pc:spChg>
        <pc:picChg chg="add mod">
          <ac:chgData name="Pius Twumasi" userId="3961ed92a943c91f" providerId="LiveId" clId="{0C303274-FA70-4C6C-8943-170D59EEDBEA}" dt="2026-08-20T15:56:41.819" v="313" actId="14100"/>
          <ac:picMkLst>
            <pc:docMk/>
            <pc:sldMk cId="0" sldId="264"/>
            <ac:picMk id="16" creationId="{403EBB35-903F-7F85-79EF-EDFB4350E9E4}"/>
          </ac:picMkLst>
        </pc:picChg>
      </pc:sldChg>
      <pc:sldChg chg="addSp delSp modSp add mod setBg">
        <pc:chgData name="Pius Twumasi" userId="3961ed92a943c91f" providerId="LiveId" clId="{0C303274-FA70-4C6C-8943-170D59EEDBEA}" dt="2026-08-26T23:22:49.744" v="881" actId="255"/>
        <pc:sldMkLst>
          <pc:docMk/>
          <pc:sldMk cId="0" sldId="265"/>
        </pc:sldMkLst>
        <pc:spChg chg="mod">
          <ac:chgData name="Pius Twumasi" userId="3961ed92a943c91f" providerId="LiveId" clId="{0C303274-FA70-4C6C-8943-170D59EEDBEA}" dt="2026-08-20T17:29:58.548" v="495" actId="14100"/>
          <ac:spMkLst>
            <pc:docMk/>
            <pc:sldMk cId="0" sldId="265"/>
            <ac:spMk id="3" creationId="{00000000-0000-0000-0000-000000000000}"/>
          </ac:spMkLst>
        </pc:spChg>
        <pc:spChg chg="mod">
          <ac:chgData name="Pius Twumasi" userId="3961ed92a943c91f" providerId="LiveId" clId="{0C303274-FA70-4C6C-8943-170D59EEDBEA}" dt="2026-08-26T23:22:49.744" v="881" actId="255"/>
          <ac:spMkLst>
            <pc:docMk/>
            <pc:sldMk cId="0" sldId="265"/>
            <ac:spMk id="6" creationId="{00000000-0000-0000-0000-000000000000}"/>
          </ac:spMkLst>
        </pc:spChg>
        <pc:picChg chg="add mod">
          <ac:chgData name="Pius Twumasi" userId="3961ed92a943c91f" providerId="LiveId" clId="{0C303274-FA70-4C6C-8943-170D59EEDBEA}" dt="2026-08-20T17:45:01.699" v="588" actId="14100"/>
          <ac:picMkLst>
            <pc:docMk/>
            <pc:sldMk cId="0" sldId="265"/>
            <ac:picMk id="9" creationId="{39B81C43-BBDC-FE33-6916-E4AA309617CB}"/>
          </ac:picMkLst>
        </pc:picChg>
      </pc:sldChg>
      <pc:sldChg chg="addSp delSp modSp add mod setBg">
        <pc:chgData name="Pius Twumasi" userId="3961ed92a943c91f" providerId="LiveId" clId="{0C303274-FA70-4C6C-8943-170D59EEDBEA}" dt="2026-09-08T20:54:38.683" v="2012" actId="14100"/>
        <pc:sldMkLst>
          <pc:docMk/>
          <pc:sldMk cId="0" sldId="266"/>
        </pc:sldMkLst>
        <pc:spChg chg="mod">
          <ac:chgData name="Pius Twumasi" userId="3961ed92a943c91f" providerId="LiveId" clId="{0C303274-FA70-4C6C-8943-170D59EEDBEA}" dt="2026-08-20T16:58:59.939" v="421" actId="14100"/>
          <ac:spMkLst>
            <pc:docMk/>
            <pc:sldMk cId="0" sldId="266"/>
            <ac:spMk id="2" creationId="{00000000-0000-0000-0000-000000000000}"/>
          </ac:spMkLst>
        </pc:spChg>
        <pc:spChg chg="mod">
          <ac:chgData name="Pius Twumasi" userId="3961ed92a943c91f" providerId="LiveId" clId="{0C303274-FA70-4C6C-8943-170D59EEDBEA}" dt="2026-08-20T17:32:53.546" v="499" actId="14100"/>
          <ac:spMkLst>
            <pc:docMk/>
            <pc:sldMk cId="0" sldId="266"/>
            <ac:spMk id="3" creationId="{00000000-0000-0000-0000-000000000000}"/>
          </ac:spMkLst>
        </pc:spChg>
        <pc:spChg chg="mod">
          <ac:chgData name="Pius Twumasi" userId="3961ed92a943c91f" providerId="LiveId" clId="{0C303274-FA70-4C6C-8943-170D59EEDBEA}" dt="2026-08-20T17:33:09.430" v="502" actId="14100"/>
          <ac:spMkLst>
            <pc:docMk/>
            <pc:sldMk cId="0" sldId="266"/>
            <ac:spMk id="4" creationId="{00000000-0000-0000-0000-000000000000}"/>
          </ac:spMkLst>
        </pc:spChg>
        <pc:spChg chg="mod">
          <ac:chgData name="Pius Twumasi" userId="3961ed92a943c91f" providerId="LiveId" clId="{0C303274-FA70-4C6C-8943-170D59EEDBEA}" dt="2026-08-20T17:39:11.812" v="519" actId="14100"/>
          <ac:spMkLst>
            <pc:docMk/>
            <pc:sldMk cId="0" sldId="266"/>
            <ac:spMk id="8" creationId="{00000000-0000-0000-0000-000000000000}"/>
          </ac:spMkLst>
        </pc:spChg>
        <pc:spChg chg="mod">
          <ac:chgData name="Pius Twumasi" userId="3961ed92a943c91f" providerId="LiveId" clId="{0C303274-FA70-4C6C-8943-170D59EEDBEA}" dt="2026-08-20T17:40:01.194" v="560" actId="14100"/>
          <ac:spMkLst>
            <pc:docMk/>
            <pc:sldMk cId="0" sldId="266"/>
            <ac:spMk id="12" creationId="{00000000-0000-0000-0000-000000000000}"/>
          </ac:spMkLst>
        </pc:spChg>
        <pc:spChg chg="mod">
          <ac:chgData name="Pius Twumasi" userId="3961ed92a943c91f" providerId="LiveId" clId="{0C303274-FA70-4C6C-8943-170D59EEDBEA}" dt="2026-08-20T17:40:53.833" v="587" actId="20577"/>
          <ac:spMkLst>
            <pc:docMk/>
            <pc:sldMk cId="0" sldId="266"/>
            <ac:spMk id="16" creationId="{00000000-0000-0000-0000-000000000000}"/>
          </ac:spMkLst>
        </pc:spChg>
        <pc:picChg chg="add mod">
          <ac:chgData name="Pius Twumasi" userId="3961ed92a943c91f" providerId="LiveId" clId="{0C303274-FA70-4C6C-8943-170D59EEDBEA}" dt="2026-08-20T17:38:09.767" v="514" actId="14100"/>
          <ac:picMkLst>
            <pc:docMk/>
            <pc:sldMk cId="0" sldId="266"/>
            <ac:picMk id="19" creationId="{4677F4FF-D4E9-07C8-1BD8-FD2E1FD62A8B}"/>
          </ac:picMkLst>
        </pc:picChg>
        <pc:picChg chg="add mod">
          <ac:chgData name="Pius Twumasi" userId="3961ed92a943c91f" providerId="LiveId" clId="{0C303274-FA70-4C6C-8943-170D59EEDBEA}" dt="2026-09-08T20:54:29.111" v="2011" actId="14100"/>
          <ac:picMkLst>
            <pc:docMk/>
            <pc:sldMk cId="0" sldId="266"/>
            <ac:picMk id="21" creationId="{F0C6AF14-8A9C-12E0-108F-D8D86313FB22}"/>
          </ac:picMkLst>
        </pc:picChg>
        <pc:picChg chg="add mod">
          <ac:chgData name="Pius Twumasi" userId="3961ed92a943c91f" providerId="LiveId" clId="{0C303274-FA70-4C6C-8943-170D59EEDBEA}" dt="2026-09-08T20:54:38.683" v="2012" actId="14100"/>
          <ac:picMkLst>
            <pc:docMk/>
            <pc:sldMk cId="0" sldId="266"/>
            <ac:picMk id="23" creationId="{53BA90AB-9180-E3D1-E8B9-B1E5D140C8A9}"/>
          </ac:picMkLst>
        </pc:picChg>
      </pc:sldChg>
      <pc:sldChg chg="modSp add mod setBg">
        <pc:chgData name="Pius Twumasi" userId="3961ed92a943c91f" providerId="LiveId" clId="{0C303274-FA70-4C6C-8943-170D59EEDBEA}" dt="2026-09-06T14:34:30.047" v="1685" actId="20577"/>
        <pc:sldMkLst>
          <pc:docMk/>
          <pc:sldMk cId="0" sldId="267"/>
        </pc:sldMkLst>
        <pc:spChg chg="mod">
          <ac:chgData name="Pius Twumasi" userId="3961ed92a943c91f" providerId="LiveId" clId="{0C303274-FA70-4C6C-8943-170D59EEDBEA}" dt="2026-08-26T23:21:06.831" v="879" actId="255"/>
          <ac:spMkLst>
            <pc:docMk/>
            <pc:sldMk cId="0" sldId="267"/>
            <ac:spMk id="4" creationId="{00000000-0000-0000-0000-000000000000}"/>
          </ac:spMkLst>
        </pc:spChg>
        <pc:spChg chg="mod">
          <ac:chgData name="Pius Twumasi" userId="3961ed92a943c91f" providerId="LiveId" clId="{0C303274-FA70-4C6C-8943-170D59EEDBEA}" dt="2026-09-06T14:34:30.047" v="1685" actId="20577"/>
          <ac:spMkLst>
            <pc:docMk/>
            <pc:sldMk cId="0" sldId="267"/>
            <ac:spMk id="9" creationId="{00000000-0000-0000-0000-000000000000}"/>
          </ac:spMkLst>
        </pc:spChg>
        <pc:graphicFrameChg chg="modGraphic">
          <ac:chgData name="Pius Twumasi" userId="3961ed92a943c91f" providerId="LiveId" clId="{0C303274-FA70-4C6C-8943-170D59EEDBEA}" dt="2026-08-26T23:20:00.928" v="877" actId="255"/>
          <ac:graphicFrameMkLst>
            <pc:docMk/>
            <pc:sldMk cId="0" sldId="267"/>
            <ac:graphicFrameMk id="12" creationId="{00000000-0000-0000-0000-000000000000}"/>
          </ac:graphicFrameMkLst>
        </pc:graphicFrameChg>
      </pc:sldChg>
      <pc:sldChg chg="addSp delSp modSp add mod ord setBg">
        <pc:chgData name="Pius Twumasi" userId="3961ed92a943c91f" providerId="LiveId" clId="{0C303274-FA70-4C6C-8943-170D59EEDBEA}" dt="2026-09-06T10:08:41.035" v="1163"/>
        <pc:sldMkLst>
          <pc:docMk/>
          <pc:sldMk cId="0" sldId="268"/>
        </pc:sldMkLst>
        <pc:spChg chg="mod">
          <ac:chgData name="Pius Twumasi" userId="3961ed92a943c91f" providerId="LiveId" clId="{0C303274-FA70-4C6C-8943-170D59EEDBEA}" dt="2026-08-20T21:16:34.233" v="606" actId="1076"/>
          <ac:spMkLst>
            <pc:docMk/>
            <pc:sldMk cId="0" sldId="268"/>
            <ac:spMk id="6" creationId="{00000000-0000-0000-0000-000000000000}"/>
          </ac:spMkLst>
        </pc:spChg>
        <pc:spChg chg="mod">
          <ac:chgData name="Pius Twumasi" userId="3961ed92a943c91f" providerId="LiveId" clId="{0C303274-FA70-4C6C-8943-170D59EEDBEA}" dt="2026-08-20T21:16:51.286" v="607" actId="1076"/>
          <ac:spMkLst>
            <pc:docMk/>
            <pc:sldMk cId="0" sldId="268"/>
            <ac:spMk id="9" creationId="{00000000-0000-0000-0000-000000000000}"/>
          </ac:spMkLst>
        </pc:spChg>
        <pc:graphicFrameChg chg="modGraphic">
          <ac:chgData name="Pius Twumasi" userId="3961ed92a943c91f" providerId="LiveId" clId="{0C303274-FA70-4C6C-8943-170D59EEDBEA}" dt="2026-08-26T23:22:03.264" v="880" actId="255"/>
          <ac:graphicFrameMkLst>
            <pc:docMk/>
            <pc:sldMk cId="0" sldId="268"/>
            <ac:graphicFrameMk id="13" creationId="{00000000-0000-0000-0000-000000000000}"/>
          </ac:graphicFrameMkLst>
        </pc:graphicFrameChg>
        <pc:picChg chg="add mod">
          <ac:chgData name="Pius Twumasi" userId="3961ed92a943c91f" providerId="LiveId" clId="{0C303274-FA70-4C6C-8943-170D59EEDBEA}" dt="2026-08-20T16:27:44.770" v="393" actId="14100"/>
          <ac:picMkLst>
            <pc:docMk/>
            <pc:sldMk cId="0" sldId="268"/>
            <ac:picMk id="11" creationId="{C5C1B832-CA20-BA82-0E36-2C42C2448A71}"/>
          </ac:picMkLst>
        </pc:picChg>
      </pc:sldChg>
      <pc:sldChg chg="addSp delSp modSp add mod setBg">
        <pc:chgData name="Pius Twumasi" userId="3961ed92a943c91f" providerId="LiveId" clId="{0C303274-FA70-4C6C-8943-170D59EEDBEA}" dt="2026-09-06T15:20:37.995" v="1895" actId="1036"/>
        <pc:sldMkLst>
          <pc:docMk/>
          <pc:sldMk cId="0" sldId="269"/>
        </pc:sldMkLst>
        <pc:spChg chg="mod">
          <ac:chgData name="Pius Twumasi" userId="3961ed92a943c91f" providerId="LiveId" clId="{0C303274-FA70-4C6C-8943-170D59EEDBEA}" dt="2026-08-26T23:16:25.198" v="874" actId="20577"/>
          <ac:spMkLst>
            <pc:docMk/>
            <pc:sldMk cId="0" sldId="269"/>
            <ac:spMk id="3" creationId="{00000000-0000-0000-0000-000000000000}"/>
          </ac:spMkLst>
        </pc:spChg>
        <pc:spChg chg="add del mod">
          <ac:chgData name="Pius Twumasi" userId="3961ed92a943c91f" providerId="LiveId" clId="{0C303274-FA70-4C6C-8943-170D59EEDBEA}" dt="2026-08-20T22:22:30.548" v="695" actId="1076"/>
          <ac:spMkLst>
            <pc:docMk/>
            <pc:sldMk cId="0" sldId="269"/>
            <ac:spMk id="5" creationId="{00000000-0000-0000-0000-000000000000}"/>
          </ac:spMkLst>
        </pc:spChg>
        <pc:spChg chg="mod">
          <ac:chgData name="Pius Twumasi" userId="3961ed92a943c91f" providerId="LiveId" clId="{0C303274-FA70-4C6C-8943-170D59EEDBEA}" dt="2026-08-29T18:34:47.773" v="1058" actId="20577"/>
          <ac:spMkLst>
            <pc:docMk/>
            <pc:sldMk cId="0" sldId="269"/>
            <ac:spMk id="6" creationId="{00000000-0000-0000-0000-000000000000}"/>
          </ac:spMkLst>
        </pc:spChg>
        <pc:spChg chg="mod">
          <ac:chgData name="Pius Twumasi" userId="3961ed92a943c91f" providerId="LiveId" clId="{0C303274-FA70-4C6C-8943-170D59EEDBEA}" dt="2026-09-06T14:53:28.842" v="1696" actId="14100"/>
          <ac:spMkLst>
            <pc:docMk/>
            <pc:sldMk cId="0" sldId="269"/>
            <ac:spMk id="7" creationId="{00000000-0000-0000-0000-000000000000}"/>
          </ac:spMkLst>
        </pc:spChg>
        <pc:spChg chg="mod">
          <ac:chgData name="Pius Twumasi" userId="3961ed92a943c91f" providerId="LiveId" clId="{0C303274-FA70-4C6C-8943-170D59EEDBEA}" dt="2026-09-06T14:39:52.548" v="1688" actId="14100"/>
          <ac:spMkLst>
            <pc:docMk/>
            <pc:sldMk cId="0" sldId="269"/>
            <ac:spMk id="10" creationId="{00000000-0000-0000-0000-000000000000}"/>
          </ac:spMkLst>
        </pc:spChg>
        <pc:spChg chg="mod">
          <ac:chgData name="Pius Twumasi" userId="3961ed92a943c91f" providerId="LiveId" clId="{0C303274-FA70-4C6C-8943-170D59EEDBEA}" dt="2026-09-06T14:53:34.115" v="1697" actId="14100"/>
          <ac:spMkLst>
            <pc:docMk/>
            <pc:sldMk cId="0" sldId="269"/>
            <ac:spMk id="11" creationId="{00000000-0000-0000-0000-000000000000}"/>
          </ac:spMkLst>
        </pc:spChg>
        <pc:spChg chg="mod">
          <ac:chgData name="Pius Twumasi" userId="3961ed92a943c91f" providerId="LiveId" clId="{0C303274-FA70-4C6C-8943-170D59EEDBEA}" dt="2026-09-06T15:20:31.447" v="1894" actId="14100"/>
          <ac:spMkLst>
            <pc:docMk/>
            <pc:sldMk cId="0" sldId="269"/>
            <ac:spMk id="14" creationId="{00000000-0000-0000-0000-000000000000}"/>
          </ac:spMkLst>
        </pc:spChg>
        <pc:spChg chg="mod">
          <ac:chgData name="Pius Twumasi" userId="3961ed92a943c91f" providerId="LiveId" clId="{0C303274-FA70-4C6C-8943-170D59EEDBEA}" dt="2026-09-06T14:58:58.910" v="1715" actId="14100"/>
          <ac:spMkLst>
            <pc:docMk/>
            <pc:sldMk cId="0" sldId="269"/>
            <ac:spMk id="15" creationId="{00000000-0000-0000-0000-000000000000}"/>
          </ac:spMkLst>
        </pc:spChg>
        <pc:spChg chg="mod">
          <ac:chgData name="Pius Twumasi" userId="3961ed92a943c91f" providerId="LiveId" clId="{0C303274-FA70-4C6C-8943-170D59EEDBEA}" dt="2026-09-06T15:20:37.995" v="1895" actId="1036"/>
          <ac:spMkLst>
            <pc:docMk/>
            <pc:sldMk cId="0" sldId="269"/>
            <ac:spMk id="18" creationId="{00000000-0000-0000-0000-000000000000}"/>
          </ac:spMkLst>
        </pc:spChg>
        <pc:spChg chg="mod">
          <ac:chgData name="Pius Twumasi" userId="3961ed92a943c91f" providerId="LiveId" clId="{0C303274-FA70-4C6C-8943-170D59EEDBEA}" dt="2026-08-20T21:11:56.483" v="600" actId="255"/>
          <ac:spMkLst>
            <pc:docMk/>
            <pc:sldMk cId="0" sldId="269"/>
            <ac:spMk id="19" creationId="{00000000-0000-0000-0000-000000000000}"/>
          </ac:spMkLst>
        </pc:spChg>
      </pc:sldChg>
      <pc:sldChg chg="modSp add mod setBg">
        <pc:chgData name="Pius Twumasi" userId="3961ed92a943c91f" providerId="LiveId" clId="{0C303274-FA70-4C6C-8943-170D59EEDBEA}" dt="2026-08-20T11:15:22.745" v="128" actId="20577"/>
        <pc:sldMkLst>
          <pc:docMk/>
          <pc:sldMk cId="0" sldId="270"/>
        </pc:sldMkLst>
        <pc:spChg chg="mod">
          <ac:chgData name="Pius Twumasi" userId="3961ed92a943c91f" providerId="LiveId" clId="{0C303274-FA70-4C6C-8943-170D59EEDBEA}" dt="2026-08-20T11:13:56.197" v="119" actId="255"/>
          <ac:spMkLst>
            <pc:docMk/>
            <pc:sldMk cId="0" sldId="270"/>
            <ac:spMk id="6" creationId="{00000000-0000-0000-0000-000000000000}"/>
          </ac:spMkLst>
        </pc:spChg>
        <pc:spChg chg="mod">
          <ac:chgData name="Pius Twumasi" userId="3961ed92a943c91f" providerId="LiveId" clId="{0C303274-FA70-4C6C-8943-170D59EEDBEA}" dt="2026-08-20T11:15:22.745" v="128" actId="20577"/>
          <ac:spMkLst>
            <pc:docMk/>
            <pc:sldMk cId="0" sldId="270"/>
            <ac:spMk id="9" creationId="{00000000-0000-0000-0000-000000000000}"/>
          </ac:spMkLst>
        </pc:spChg>
      </pc:sldChg>
      <pc:sldChg chg="modSp add mod setBg">
        <pc:chgData name="Pius Twumasi" userId="3961ed92a943c91f" providerId="LiveId" clId="{0C303274-FA70-4C6C-8943-170D59EEDBEA}" dt="2026-09-06T16:42:48.756" v="1996"/>
        <pc:sldMkLst>
          <pc:docMk/>
          <pc:sldMk cId="0" sldId="271"/>
        </pc:sldMkLst>
        <pc:spChg chg="mod">
          <ac:chgData name="Pius Twumasi" userId="3961ed92a943c91f" providerId="LiveId" clId="{0C303274-FA70-4C6C-8943-170D59EEDBEA}" dt="2026-08-29T14:28:32.771" v="915" actId="255"/>
          <ac:spMkLst>
            <pc:docMk/>
            <pc:sldMk cId="0" sldId="271"/>
            <ac:spMk id="4" creationId="{00000000-0000-0000-0000-000000000000}"/>
          </ac:spMkLst>
        </pc:spChg>
        <pc:spChg chg="mod">
          <ac:chgData name="Pius Twumasi" userId="3961ed92a943c91f" providerId="LiveId" clId="{0C303274-FA70-4C6C-8943-170D59EEDBEA}" dt="2026-08-29T14:28:42.837" v="940" actId="20577"/>
          <ac:spMkLst>
            <pc:docMk/>
            <pc:sldMk cId="0" sldId="271"/>
            <ac:spMk id="5" creationId="{00000000-0000-0000-0000-000000000000}"/>
          </ac:spMkLst>
        </pc:spChg>
      </pc:sldChg>
      <pc:sldChg chg="addSp modSp new mod">
        <pc:chgData name="Pius Twumasi" userId="3961ed92a943c91f" providerId="LiveId" clId="{0C303274-FA70-4C6C-8943-170D59EEDBEA}" dt="2026-09-06T15:00:55.565" v="1720" actId="20577"/>
        <pc:sldMkLst>
          <pc:docMk/>
          <pc:sldMk cId="3438534773" sldId="272"/>
        </pc:sldMkLst>
        <pc:spChg chg="add">
          <ac:chgData name="Pius Twumasi" userId="3961ed92a943c91f" providerId="LiveId" clId="{0C303274-FA70-4C6C-8943-170D59EEDBEA}" dt="2026-08-29T14:20:43.134" v="890" actId="22"/>
          <ac:spMkLst>
            <pc:docMk/>
            <pc:sldMk cId="3438534773" sldId="272"/>
            <ac:spMk id="3" creationId="{E28C54AD-FBEE-8AB9-5513-5DA73C4C6D1C}"/>
          </ac:spMkLst>
        </pc:spChg>
        <pc:spChg chg="add mod">
          <ac:chgData name="Pius Twumasi" userId="3961ed92a943c91f" providerId="LiveId" clId="{0C303274-FA70-4C6C-8943-170D59EEDBEA}" dt="2026-08-29T14:25:51.356" v="908" actId="2711"/>
          <ac:spMkLst>
            <pc:docMk/>
            <pc:sldMk cId="3438534773" sldId="272"/>
            <ac:spMk id="5" creationId="{D9CD9FE1-6B6C-27DE-9302-BB79AB4B4890}"/>
          </ac:spMkLst>
        </pc:spChg>
        <pc:spChg chg="add mod">
          <ac:chgData name="Pius Twumasi" userId="3961ed92a943c91f" providerId="LiveId" clId="{0C303274-FA70-4C6C-8943-170D59EEDBEA}" dt="2026-09-06T15:00:55.565" v="1720" actId="20577"/>
          <ac:spMkLst>
            <pc:docMk/>
            <pc:sldMk cId="3438534773" sldId="272"/>
            <ac:spMk id="7" creationId="{CD9E5694-80B0-A44E-DCF1-2398CE364F1D}"/>
          </ac:spMkLst>
        </pc:spChg>
        <pc:spChg chg="add">
          <ac:chgData name="Pius Twumasi" userId="3961ed92a943c91f" providerId="LiveId" clId="{0C303274-FA70-4C6C-8943-170D59EEDBEA}" dt="2026-08-29T14:20:43.134" v="890" actId="22"/>
          <ac:spMkLst>
            <pc:docMk/>
            <pc:sldMk cId="3438534773" sldId="272"/>
            <ac:spMk id="9" creationId="{9DF20C92-378A-D515-6614-D16DA834AEC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09E784-BE25-43A0-97DE-800704BA1397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E7FD76-129A-4982-B805-65BCBF224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7780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A9152-B708-C585-2F00-270E62B915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3EB288-C328-2634-3BDB-ADC1642E61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E33E1-0D9D-5148-07C8-8D7F20D63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26D3C-305E-4A9D-AE28-5501848D63A3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DA1C9-1AB2-CC54-421C-623AD58FA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7E643-3A1E-C7AA-DF85-F3FCE27B1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0302C-E23B-42B4-8978-754881CEA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997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24396-3006-00B7-C3AC-B17AD7E01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838D8-EBEC-7D65-DE91-453FC58F9D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084E1-FF96-19EA-6DF5-1608ED67C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26D3C-305E-4A9D-AE28-5501848D63A3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BB974-C1B5-25DB-328A-3791C5520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506ED-CC16-9DCD-186E-730F2126B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0302C-E23B-42B4-8978-754881CEA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9976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D4029-79D7-7E82-24C1-B6C54F00A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627E32-9322-03D8-48C4-F128270A91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7F486-FE22-A186-03D2-753274181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26D3C-305E-4A9D-AE28-5501848D63A3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69A45-BF65-11A2-A5D5-5094629A3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2ADE7-2D96-856B-A625-629132C21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0302C-E23B-42B4-8978-754881CEA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4680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B64BB-452C-A65A-8727-BA602938B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64260-920E-9DB4-0836-156991659B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F9EC8D-03E5-7F2A-5A62-505DEC13EF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876129-12F3-2E96-0C3C-5DEB6CEA6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26D3C-305E-4A9D-AE28-5501848D63A3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1C5233-88DD-270F-2413-FCDA7FF73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D002A0-1CB2-C8A8-481A-D7FE53F6E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0302C-E23B-42B4-8978-754881CEA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2662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F51D5-6C7B-C5BF-C2BF-253C879F9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B8558B-D683-C760-F986-CC20894A24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D3B7A0-A31C-D678-75FC-AFCBF655A2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E77A60-2445-38CD-434C-8816484799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639B03-0280-FA01-2B53-D1C129D42D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0150DB-546C-6201-B366-93DE0C725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26D3C-305E-4A9D-AE28-5501848D63A3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89C826-12F6-302F-45C0-8A6CFC558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FE0396-FF0B-C567-95F7-29CAABD7E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0302C-E23B-42B4-8978-754881CEA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1622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971AB-4276-62C1-A0C2-77851EC1E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45E499-D000-79D3-C085-D2E41E710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26D3C-305E-4A9D-AE28-5501848D63A3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30457E-3DAB-DB21-7C4C-5C24D5F9C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A68C92-C7D5-906D-7183-0114E872D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0302C-E23B-42B4-8978-754881CEA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4707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03EDF7-3E7E-C519-D301-6361D9CE9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26D3C-305E-4A9D-AE28-5501848D63A3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8CBA3B-6EE4-2B17-6466-A0D875784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589BC-732A-2707-FEF3-A8B8C628C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0302C-E23B-42B4-8978-754881CEA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4063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3E02A-09FA-AE4D-41F4-A3F972B40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52052-09B1-97B9-960D-467E8E178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7DFA70-2125-5F98-6976-BE9CC9E532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E01855-5BB1-B7A4-572A-F1C0E36D3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26D3C-305E-4A9D-AE28-5501848D63A3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D50DE2-E43E-C0F8-2DEE-00AE1392F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FC9B1C-2AD3-4159-422B-18583CC50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0302C-E23B-42B4-8978-754881CEA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320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BACA1-0D24-5D06-B7A2-916E1D768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F82BCF-3999-82F6-FD6A-60BFBFEB51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2577B-B2E2-0443-E531-C0A275A696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E4DBA9-C355-28D5-C90F-C19D06AE8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26D3C-305E-4A9D-AE28-5501848D63A3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038DD7-40B1-AD86-95E8-6F3627B37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15D1A2-FE22-92D7-B018-34D310D15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0302C-E23B-42B4-8978-754881CEA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4524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61028-A887-8E51-A9C7-B68C31FDE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C3611F-7395-BEE9-0A58-5153CFE3BB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E76D14-4916-4DB9-3796-6066D473E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26D3C-305E-4A9D-AE28-5501848D63A3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239D60-A0EB-5284-8282-9BDD9F562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42A98-B6E7-6C2E-4747-BC65176B5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0302C-E23B-42B4-8978-754881CEA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4260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13B461-4917-4A42-ADFC-CDDB7DD7E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5F7F84-D31B-0562-2BF5-8F76F6B99A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E1AC9E-2ECF-E3F8-9652-6A951C72C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26D3C-305E-4A9D-AE28-5501848D63A3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B33DC-02AD-AF74-2138-A906DAB29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90624-73C8-F11A-EB18-3F862F67E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0302C-E23B-42B4-8978-754881CEA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3943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4710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5BFFD5-F25E-0D87-C21A-5836725A2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D6E525-F8AD-1021-D33B-E864A4846C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BE612-5A7A-063C-50BC-4351138837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526D3C-305E-4A9D-AE28-5501848D63A3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093DC-643B-AF98-B23B-0D3A0FE881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44B9A-C283-2C7F-2FC9-1319D146D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10302C-E23B-42B4-8978-754881CEA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4324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70882/josrar.2025.v2i3.77" TargetMode="External"/><Relationship Id="rId3" Type="http://schemas.openxmlformats.org/officeDocument/2006/relationships/hyperlink" Target="https://doi.org/10.3390/su11247238" TargetMode="External"/><Relationship Id="rId7" Type="http://schemas.openxmlformats.org/officeDocument/2006/relationships/hyperlink" Target="https://doi.org/10.1038/sdata.2017.171" TargetMode="External"/><Relationship Id="rId2" Type="http://schemas.openxmlformats.org/officeDocument/2006/relationships/hyperlink" Target="https://doi.org/10.1109/ACCESS.2021.3049446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doi.org/10.1109/TLT.2022.3197486" TargetMode="External"/><Relationship Id="rId5" Type="http://schemas.openxmlformats.org/officeDocument/2006/relationships/hyperlink" Target="https://doi.org/10.18608/jla.2025.8735" TargetMode="External"/><Relationship Id="rId4" Type="http://schemas.openxmlformats.org/officeDocument/2006/relationships/hyperlink" Target="https://doi.org/10.3390/educsci1510132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  <a:alpha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STUDENT FAILURE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24688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Student Failure in Distance Learning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>
                <a:solidFill>
                  <a:srgbClr val="CBD5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Machine Learning and Explainability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4297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Pius Twumasi</a:t>
            </a:r>
            <a:r>
              <a:rPr lang="en-US" sz="15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Student ID 202374354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464515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Artificial Intelligence and Data Science  ·  Module 771764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4937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 Aoife Curran  ·  University of Hull  ·  September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arrives too late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766560" cy="414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Distance-learning modules record higher failure and withdrawal than campus study.</a:t>
            </a:r>
          </a:p>
          <a:p>
            <a:pPr>
              <a:spcAft>
                <a:spcPts val="800"/>
              </a:spcAft>
              <a:buSzPct val="100000"/>
            </a:pPr>
            <a:endParaRPr lang="en-US" sz="20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are remote, so the informal cues a tutor would notice are absent.</a:t>
            </a: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endParaRPr lang="en-US" sz="20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a student formally fails, the window for support has usually closed.</a:t>
            </a: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endParaRPr lang="en-US" sz="20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VLEs capture detailed engagement data, which can be turned into timely, explainable warnings</a:t>
            </a:r>
            <a:r>
              <a:rPr lang="en-US" sz="2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955280" y="1554480"/>
            <a:ext cx="3657600" cy="1481328"/>
          </a:xfrm>
          <a:prstGeom prst="roundRect">
            <a:avLst>
              <a:gd name="adj" fmla="val 5333"/>
            </a:avLst>
          </a:prstGeom>
          <a:solidFill>
            <a:srgbClr val="E3F1F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772400" y="184708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818120" y="26517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must come before failure, not after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955280" y="333756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8321040" y="3474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this project targets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9600" y="388620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</a:t>
            </a:r>
            <a:r>
              <a:rPr lang="en-US" sz="2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enough to trust,  </a:t>
            </a:r>
            <a:r>
              <a:rPr lang="en-US" sz="2000" b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</a:t>
            </a:r>
            <a:r>
              <a:rPr lang="en-US" sz="2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enough to act on, and  </a:t>
            </a:r>
            <a:r>
              <a:rPr lang="en-US" sz="2000" b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</a:t>
            </a:r>
            <a:r>
              <a:rPr lang="en-US" sz="2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enough for a tutor to question</a:t>
            </a: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· RELATED WORK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known, and what is missing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4572000"/>
          </a:xfrm>
          <a:prstGeom prst="roundRect">
            <a:avLst>
              <a:gd name="adj" fmla="val 14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 predicts failure well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OULAD is a common benchmark; engagement and assessment data carry real predictive signal.</a:t>
            </a:r>
          </a:p>
          <a:p>
            <a:pPr>
              <a:spcAft>
                <a:spcPts val="800"/>
              </a:spcAft>
              <a:buSzPct val="100000"/>
            </a:pPr>
            <a:endParaRPr lang="en-US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Aljohani et al. (2019): LSTM on clickstream, ~90% accuracy by week 10.</a:t>
            </a:r>
          </a:p>
          <a:p>
            <a:pPr>
              <a:spcAft>
                <a:spcPts val="800"/>
              </a:spcAft>
              <a:buSzPct val="100000"/>
            </a:pPr>
            <a:endParaRPr lang="en-US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Gupta et al. (2022): </a:t>
            </a:r>
            <a:r>
              <a:rPr lang="en-GB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Markov Model</a:t>
            </a:r>
            <a:r>
              <a:rPr lang="en-US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AUC &gt; 0.92 on early-quarter assessments.</a:t>
            </a:r>
          </a:p>
          <a:p>
            <a:pPr>
              <a:spcAft>
                <a:spcPts val="800"/>
              </a:spcAft>
              <a:buSzPct val="100000"/>
            </a:pPr>
            <a:endParaRPr lang="en-US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Oyedotun et al. (2025): OULAD + SHAP, engagement dominant, ~0.79 ROC-AUC.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55080" y="15544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open gaps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355080" y="203911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500" b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Reported mid- or late-course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97980" y="2313432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climbs as the course elapses, so few results are genuinely early.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55080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55080" y="313639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500" b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models are often opaque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97980" y="3547872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accuracy, little explanation of why a student is flagged.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55080" y="432511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500" b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Single-course scope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97980" y="4754880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and tested on one course; generalisation is rarely tested.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55080" y="5623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three gaps define RQ1, RQ2 and RQ3.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· AIM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Aim and research questions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64240" cy="731520"/>
          </a:xfrm>
          <a:prstGeom prst="rect">
            <a:avLst/>
          </a:prstGeom>
          <a:solidFill>
            <a:srgbClr val="E3F1F3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and evaluate an interpretable pipeline that predicts, early in a course, which distance-learning students risk failing, and explains the drivers of each prediction.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3611880" cy="2880360"/>
          </a:xfrm>
          <a:prstGeom prst="roundRect">
            <a:avLst>
              <a:gd name="adj" fmla="val 254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868680" y="298094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336499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gap 1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41248" y="388620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accurately can failure be predicted at an early checkpoint, and which model performs best?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416552" y="2651760"/>
            <a:ext cx="3611880" cy="2880360"/>
          </a:xfrm>
          <a:prstGeom prst="roundRect">
            <a:avLst>
              <a:gd name="adj" fmla="val 254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709160" y="2980944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36592" y="336499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gap 2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09160" y="388620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factors most influence risk, and how far does the signal depend on the first-assessment mark?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284464" y="2651760"/>
            <a:ext cx="3611880" cy="2880360"/>
          </a:xfrm>
          <a:prstGeom prst="roundRect">
            <a:avLst>
              <a:gd name="adj" fmla="val 254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8577072" y="2980944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577072" y="3364992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gap 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77072" y="388620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predictive patterns generalise across different courses?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· DATA &amp; DESIGN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leakage-safe early-warning design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363016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OULAD: 32,593 students, 22 presentations, 10.6M VLE interactions.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Level-1 modules (BBB, DDD, EEE, FFF), chosen to enable cross-course comparison.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pass/fail target; pre-census withdrawals removed → 22,749 modelled.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predictor uses only data available on or before the first assessment (day 12–33).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7887039"/>
              </p:ext>
            </p:extLst>
          </p:nvPr>
        </p:nvGraphicFramePr>
        <p:xfrm>
          <a:off x="836676" y="3959352"/>
          <a:ext cx="3054096" cy="2081178"/>
        </p:xfrm>
        <a:graphic>
          <a:graphicData uri="http://schemas.openxmlformats.org/drawingml/2006/table">
            <a:tbl>
              <a:tblPr/>
              <a:tblGrid>
                <a:gridCol w="854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24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66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4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 rate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4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7,052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46.8%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4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5,757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54.7%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4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2,751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40.0%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4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FFF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7,189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49.3%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4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four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22,749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48.7%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561D7B0-FBF9-63A7-2EF0-91883DD68B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8808" y="1252728"/>
            <a:ext cx="7531111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· METHODS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Features, models and evaluation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1965960"/>
          </a:xfrm>
          <a:prstGeom prst="roundRect">
            <a:avLst>
              <a:gd name="adj" fmla="val 3256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features · 3 families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22960" y="2221992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(9), VLE engagement (14) and first-assessment behaviour (6), all within the horizon.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309360" y="1508760"/>
            <a:ext cx="5440680" cy="1965960"/>
          </a:xfrm>
          <a:prstGeom prst="roundRect">
            <a:avLst>
              <a:gd name="adj" fmla="val 3256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583680" y="16916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contrasting models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583680" y="2221992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random forest, XGBoost and a small neural network (MLP), to test whether complexity is warranted.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5440680" cy="1965960"/>
          </a:xfrm>
          <a:prstGeom prst="roundRect">
            <a:avLst>
              <a:gd name="adj" fmla="val 3256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822960" y="39319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handled, not assumed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22960" y="4462272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vs SMOTE vs class weighting, compared per model; SMOTE applied only inside CV folds to avoid leakage.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309360" y="3749040"/>
            <a:ext cx="5440680" cy="1965960"/>
          </a:xfrm>
          <a:prstGeom prst="roundRect">
            <a:avLst>
              <a:gd name="adj" fmla="val 3256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583680" y="39319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explanation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583680" y="4462272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(primary) with 5-fold CV; SHAP for drivers; a transfer test and an ablation for generalisation.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RQ1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Accurate at the first-assessment checkpoint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627632" cy="1188720"/>
          </a:xfrm>
          <a:prstGeom prst="roundRect">
            <a:avLst>
              <a:gd name="adj" fmla="val 5333"/>
            </a:avLst>
          </a:prstGeom>
          <a:solidFill>
            <a:srgbClr val="E3F1F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0.877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353456"/>
            <a:ext cx="1325880" cy="325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PR-AUC (DDD, XGBoost)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43912" y="1554480"/>
            <a:ext cx="1770888" cy="1188720"/>
          </a:xfrm>
          <a:prstGeom prst="roundRect">
            <a:avLst>
              <a:gd name="adj" fmla="val 5333"/>
            </a:avLst>
          </a:prstGeom>
          <a:solidFill>
            <a:srgbClr val="E3F1F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2495862" y="1664208"/>
            <a:ext cx="13263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0.02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343912" y="2353456"/>
            <a:ext cx="1645920" cy="325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across all four models on every course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3120745"/>
              </p:ext>
            </p:extLst>
          </p:nvPr>
        </p:nvGraphicFramePr>
        <p:xfrm>
          <a:off x="548641" y="2935224"/>
          <a:ext cx="3566160" cy="2188466"/>
        </p:xfrm>
        <a:graphic>
          <a:graphicData uri="http://schemas.openxmlformats.org/drawingml/2006/table">
            <a:tbl>
              <a:tblPr/>
              <a:tblGrid>
                <a:gridCol w="7132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37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94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7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06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25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model</a:t>
                      </a:r>
                      <a:endParaRPr lang="en-US" sz="125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</a:t>
                      </a:r>
                      <a:endParaRPr lang="en-US" sz="125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25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25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3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BBB</a:t>
                      </a:r>
                      <a:endParaRPr lang="en-US" sz="125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25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0.829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0.815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0.680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3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DDD</a:t>
                      </a:r>
                      <a:endParaRPr lang="en-US" sz="125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25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0.877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0.850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0.770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6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EEE</a:t>
                      </a:r>
                      <a:endParaRPr lang="en-US" sz="125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reg.</a:t>
                      </a:r>
                      <a:endParaRPr lang="en-US" sz="125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0.843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0.857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0.697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23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FFF</a:t>
                      </a:r>
                      <a:endParaRPr lang="en-US" sz="125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25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0.834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0.810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0.711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48640" y="5394960"/>
            <a:ext cx="3566160" cy="1301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Reliability:  </a:t>
            </a: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std ±0.008–0.014 on DDD; test scores tracked CV means, so the ranking is meaningful. The interpretable linear model was within 0.02 everywhere and won on EEE.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E2BC0C7-A2BD-3229-F888-6B373F2271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576" y="1271015"/>
            <a:ext cx="7842504" cy="44714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RQ1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3949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the model catches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159752" y="1344168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default threshold on DDD (XGBoost):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55180" y="1780267"/>
            <a:ext cx="1984248" cy="1371600"/>
          </a:xfrm>
          <a:prstGeom prst="roundRect">
            <a:avLst>
              <a:gd name="adj" fmla="val 5333"/>
            </a:avLst>
          </a:prstGeom>
          <a:solidFill>
            <a:srgbClr val="E3F1F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7470648" y="1965960"/>
            <a:ext cx="1353312" cy="488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449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470648" y="2514874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630 failing students caught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277487" y="1779661"/>
            <a:ext cx="1984248" cy="1348741"/>
          </a:xfrm>
          <a:prstGeom prst="roundRect">
            <a:avLst>
              <a:gd name="adj" fmla="val 5333"/>
            </a:avLst>
          </a:prstGeom>
          <a:solidFill>
            <a:srgbClr val="E3F1F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9581662" y="1965959"/>
            <a:ext cx="1353312" cy="4880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0.838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9581662" y="2514874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(few false alarms)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55180" y="3314095"/>
            <a:ext cx="4407408" cy="2788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0.713: catches roughly seven in ten who go on to fail.</a:t>
            </a:r>
            <a:br>
              <a:rPr lang="en-US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87 false alarms against 435 true negatives.</a:t>
            </a:r>
          </a:p>
          <a:p>
            <a:pPr>
              <a:spcAft>
                <a:spcPts val="800"/>
              </a:spcAft>
              <a:buSzPct val="100000"/>
            </a:pPr>
            <a:endParaRPr lang="en-US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threshold is a lever: recall could be raised to catch more, at the cost of more false alarms.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03EBB35-903F-7F85-79EF-EDFB4350E9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904" y="1161288"/>
            <a:ext cx="6556248" cy="53126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RQ2 · DRIVERS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5824728" cy="487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predicted risk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77240" y="1377852"/>
            <a:ext cx="4487594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first-assessment mark is the strongest single driver (mean |SHAP| ≈ 0.178).</a:t>
            </a:r>
          </a:p>
          <a:p>
            <a:pPr>
              <a:spcAft>
                <a:spcPts val="800"/>
              </a:spcAft>
              <a:buSzPct val="100000"/>
            </a:pPr>
            <a:endParaRPr lang="en-US" sz="20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tier of engagement and prior-education features follows (≈ 0.023–0.026).</a:t>
            </a:r>
          </a:p>
          <a:p>
            <a:pPr>
              <a:spcAft>
                <a:spcPts val="800"/>
              </a:spcAft>
              <a:buSzPct val="100000"/>
            </a:pPr>
            <a:endParaRPr lang="en-US" sz="20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attributes contribute little, which is reassuring for fairness.</a:t>
            </a:r>
          </a:p>
          <a:p>
            <a:pPr>
              <a:spcAft>
                <a:spcPts val="800"/>
              </a:spcAft>
              <a:buSzPct val="100000"/>
            </a:pPr>
            <a:endParaRPr lang="en-US" sz="20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ranking is a hierarchy: several engagement measures matter beneath the first-assessment mark.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9B81C43-BBDC-FE33-6916-E4AA309617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2954" y="658368"/>
            <a:ext cx="5951806" cy="57881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67521"/>
            <a:ext cx="10515600" cy="226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RQ2 · INDIVIDUAL EXPLANATIONS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493777"/>
            <a:ext cx="11064240" cy="379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Explaining a single student's flag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53282"/>
            <a:ext cx="11064240" cy="337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waterfall plots decompose one prediction, so a tutor can act on a flag and see when the model is likely wrong.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41831" y="6201592"/>
            <a:ext cx="3191255" cy="519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low or missing first mark and weak early engagement push risk above the base rate.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45152" y="6201589"/>
            <a:ext cx="3191255" cy="519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Otherwise-adverse features outweigh genuine engagement.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58200" y="6201589"/>
            <a:ext cx="3191256" cy="519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miss. Strong early signals mask an eventual failure.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677F4FF-D4E9-07C8-1BD8-FD2E1FD62A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825" y="1387232"/>
            <a:ext cx="3841262" cy="461748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0C6AF14-8A9C-12E0-108F-D8D86313FB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3088" y="1387232"/>
            <a:ext cx="3703319" cy="461748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3BA90AB-9180-E3D1-E8B9-B1E5D140C8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6407" y="1387231"/>
            <a:ext cx="3841264" cy="46174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RQ2 · ABLATION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it just restate the first mark?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Withhold the first-assessment mark and its band from every model; keep only submission behaviour and engagement.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4962521"/>
              </p:ext>
            </p:extLst>
          </p:nvPr>
        </p:nvGraphicFramePr>
        <p:xfrm>
          <a:off x="548640" y="2148840"/>
          <a:ext cx="5577840" cy="3605831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0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mark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PR-AUC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BBB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0.829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0.815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−0.014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DDD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0.877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0.845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−0.032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EEE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0.843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0.836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−0.007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5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FFF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0.834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0.821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−0.014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059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0.846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0.829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0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−0.017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92240" y="228600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E3F1F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6583680" y="239572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−0.017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629400" y="32004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PR-AUC drop without the mark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92240" y="388620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 the signal is broad.  </a:t>
            </a:r>
            <a:r>
              <a:rPr lang="en-US" sz="2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the strongest predictor costs only ~0.017 on average, </a:t>
            </a:r>
            <a:r>
              <a:rPr lang="en-US" sz="2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engagement and submission behaviour carry most of the early signal in their own right</a:t>
            </a:r>
            <a:r>
              <a:rPr lang="en-US" sz="2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model is not merely restating the first grade and could in principle, warn even earlier.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RQ3 · GENERALISATION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it generalise across courses?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5468112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transfer.  </a:t>
            </a: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 to a different course, PR-AUC falls to 0.72–0.87 (weakest into BBB). Useful, but each course still benefits from its own calibration.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0" y="15544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drivers, though, are stable. Top-ten features shared by all four courses:</a:t>
            </a:r>
            <a:endParaRPr lang="en-US" sz="14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5847184"/>
              </p:ext>
            </p:extLst>
          </p:nvPr>
        </p:nvGraphicFramePr>
        <p:xfrm>
          <a:off x="5943600" y="2057400"/>
          <a:ext cx="5669280" cy="2889502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27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Courses in top-10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a1_days_early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a1_score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vle_active_day_ratio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7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vle_total_clicks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7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a1_submitted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/ 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27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highest_education (&lt; A-level)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/ 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974080" y="544068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hierarchy, portable drivers.  </a:t>
            </a: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four features top every course, so the behavioural story generalises even where a single fitted model does not.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5C1B832-CA20-BA82-0E36-2C42C2448A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1554480"/>
            <a:ext cx="512064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</a:rPr>
              <a:t>Implications of the findings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591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554480"/>
            <a:ext cx="10378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accuracy under a tougher test 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938528"/>
            <a:ext cx="9317734" cy="555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OULAD work such as Oyedotun et al. (2025, ~0.79 ROC-AUC) but predicts earlier; since accuracy climbs with later windows (Adnan et al., 2021), an early result is harder and very useful.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234440" y="2635570"/>
            <a:ext cx="10378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generalise; weights need recalibration 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39" y="2955610"/>
            <a:ext cx="9317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can act as a proxy for circumstance. The driver hierarchy is stable across courses, and transfer stays useful (0.72–0.87), which extends within-course transfer (Dai et al., 2025) to different courses, with per-course calibration. 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864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4014216"/>
            <a:ext cx="10378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 necessary, not sufficient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389120"/>
            <a:ext cx="93177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Early-warning impact is mixed. Chang et al. (2025) showed that the value depends on the intervention attached to the flag, not the flag alone.</a:t>
            </a:r>
          </a:p>
        </p:txBody>
      </p:sp>
      <p:sp>
        <p:nvSpPr>
          <p:cNvPr id="17" name="Text 15"/>
          <p:cNvSpPr/>
          <p:nvPr/>
        </p:nvSpPr>
        <p:spPr>
          <a:xfrm>
            <a:off x="548640" y="5102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5074920"/>
            <a:ext cx="10378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and fairness-aware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5449824"/>
            <a:ext cx="9317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linear model within 0.02 is deployable as tutor-facing decision support; demographics matter little, but group failure gaps still need monitoring.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future 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4617720"/>
          </a:xfrm>
          <a:prstGeom prst="roundRect">
            <a:avLst>
              <a:gd name="adj" fmla="val 1386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merges failure with post-census withdrawal, which can have different causes.</a:t>
            </a:r>
          </a:p>
          <a:p>
            <a:pPr>
              <a:spcAft>
                <a:spcPts val="800"/>
              </a:spcAft>
              <a:buSzPct val="100000"/>
            </a:pPr>
            <a:endParaRPr lang="en-US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can distort one-hot categoricals in the encoded space.</a:t>
            </a:r>
          </a:p>
          <a:p>
            <a:pPr>
              <a:spcAft>
                <a:spcPts val="800"/>
              </a:spcAft>
              <a:buSzPct val="100000"/>
            </a:pPr>
            <a:endParaRPr lang="en-US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explains the model, not causation, and depends on the background set.</a:t>
            </a:r>
          </a:p>
          <a:p>
            <a:pPr>
              <a:spcAft>
                <a:spcPts val="800"/>
              </a:spcAft>
              <a:buSzPct val="100000"/>
            </a:pPr>
            <a:endParaRPr lang="en-US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checkpoint (cutoff varies by course), one institution, one test split per course.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309360" y="1554480"/>
            <a:ext cx="5303520" cy="4617720"/>
          </a:xfrm>
          <a:prstGeom prst="roundRect">
            <a:avLst>
              <a:gd name="adj" fmla="val 1386"/>
            </a:avLst>
          </a:prstGeom>
          <a:solidFill>
            <a:srgbClr val="E3F1F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583680" y="1737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83680" y="2194560"/>
            <a:ext cx="47548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weekly predictions: how early can a reliable warning come?</a:t>
            </a:r>
          </a:p>
          <a:p>
            <a:pPr>
              <a:spcAft>
                <a:spcPts val="800"/>
              </a:spcAft>
              <a:buSzPct val="100000"/>
            </a:pPr>
            <a:endParaRPr lang="en-US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courses and test on an entirely held-out course.</a:t>
            </a:r>
          </a:p>
          <a:p>
            <a:pPr>
              <a:spcAft>
                <a:spcPts val="800"/>
              </a:spcAft>
              <a:buSzPct val="100000"/>
            </a:pPr>
            <a:endParaRPr lang="en-US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formal fairness audit using between-group performance measures.</a:t>
            </a:r>
          </a:p>
          <a:p>
            <a:pPr>
              <a:spcAft>
                <a:spcPts val="800"/>
              </a:spcAft>
              <a:buSzPct val="100000"/>
            </a:pPr>
            <a:endParaRPr lang="en-US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controlled intervention trial linking flags to tutor action and outcomes.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  <a:alpha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Accurate, explainable, and honest about its limits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241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leakage-safe pipeline predicts failure at the first assessment: PR-AUC 0.829–0.877, with an interpretable model within 0.02.</a:t>
            </a:r>
            <a:endParaRPr lang="en-US" sz="24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First-assessment behaviour and engagement drive risk; a 0.017 ablation drop shows the signal is broad, not a single feature.</a:t>
            </a:r>
            <a:endParaRPr lang="en-US" sz="24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are stable across courses; transfer is partial, so per-course calibration is the honest recommendation.</a:t>
            </a:r>
            <a:endParaRPr lang="en-US" sz="24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Contribution: an early, explainable, cross-course-tested warning system, with the intervention trial as the clear next step.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5806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 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8C54AD-FBEE-8AB9-5513-5DA73C4C6D1C}"/>
              </a:ext>
            </a:extLst>
          </p:cNvPr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>
                <a:solidFill>
                  <a:srgbClr val="0E7490"/>
                </a:solidFill>
                <a:latin typeface="Calibri"/>
              </a:rPr>
              <a:t>REFERENCES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CD9FE1-6B6C-27DE-9302-BB79AB4B4890}"/>
              </a:ext>
            </a:extLst>
          </p:cNvPr>
          <p:cNvSpPr txBox="1"/>
          <p:nvPr/>
        </p:nvSpPr>
        <p:spPr>
          <a:xfrm>
            <a:off x="548640" y="676656"/>
            <a:ext cx="1106424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1F2A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9E5694-80B0-A44E-DCF1-2398CE364F1D}"/>
              </a:ext>
            </a:extLst>
          </p:cNvPr>
          <p:cNvSpPr txBox="1"/>
          <p:nvPr/>
        </p:nvSpPr>
        <p:spPr>
          <a:xfrm>
            <a:off x="548640" y="1554480"/>
            <a:ext cx="11064240" cy="5057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Adnan, M., Habib, A., Ashraf, J.,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Mussadiq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S., Raza, A.A., Abid, M., Bashir, M. and Khan, S.U. (2021) ‘Predicting at-risk students at different percentages of course length for early intervention using machine learning models’, </a:t>
            </a:r>
            <a:r>
              <a:rPr lang="en-US" sz="1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IEEE Access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9, pp. 7519–7539. </a:t>
            </a:r>
            <a:r>
              <a:rPr lang="en-US" sz="1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https://doi.org/10.1109/ACCESS.2021.3049446</a:t>
            </a:r>
            <a:endParaRPr lang="en-US" sz="14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Aljohani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N.R.,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Fayoumi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A. and Hassan, S.-U. (2019) ‘Predicting at-risk students using clickstream data in the virtual learning environment’, </a:t>
            </a:r>
            <a:r>
              <a:rPr lang="en-US" sz="1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Sustainability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11(24), 7238. </a:t>
            </a:r>
            <a:r>
              <a:rPr lang="en-US" sz="1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https://doi.org/10.3390/su11247238</a:t>
            </a:r>
            <a:endParaRPr lang="en-US" sz="14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4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Chang, Y.-H., Chen, F.-C. and Lee, C.-I. (2025) ‘Developing an early warning system with personalized interventions to enhance academic outcomes for at-risk students in Taiwanese higher education’, Education Sciences, 15(10), 1321. 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https://doi.org/10.3390/educsci15101321</a:t>
            </a: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Dai, W., Lin, J., Jin, F.J.-Y., Tsai, Y.-S., Srivastava, N., Le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Bodic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P.,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Gašević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D. and Chen, G. (2025) ‘Learning analytics for early identification of at-risk students and feedback intervention’, </a:t>
            </a:r>
            <a:r>
              <a:rPr lang="en-US" sz="1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Journal of Learning Analytics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12(3), pp. 102–125. </a:t>
            </a:r>
            <a:r>
              <a:rPr lang="en-US" sz="1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https://doi.org/10.18608/jla.2025.8735</a:t>
            </a:r>
            <a:endParaRPr lang="en-US" sz="14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400" dirty="0">
              <a:solidFill>
                <a:srgbClr val="1F2A37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Gupta, A., Garg, D. and Kumar, P. (2022) ‘Mining sequential learning trajectories with hidden Markov models for early prediction of at-risk students in e-learning environments’, </a:t>
            </a:r>
            <a:r>
              <a:rPr lang="en-US" sz="1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IEEE Transactions on Learning Technologies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15(6), pp. 783–797. </a:t>
            </a:r>
            <a:r>
              <a:rPr lang="en-US" sz="1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/>
              </a:rPr>
              <a:t>https://doi.org/10.1109/TLT.2022.3197486</a:t>
            </a:r>
            <a:endParaRPr lang="en-US" sz="14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Kuzilek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J.,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Hlosta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M. and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Zdrahal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Z. (2017) ‘Open University Learning Analytics dataset’, </a:t>
            </a:r>
            <a:r>
              <a:rPr lang="en-US" sz="1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Scientific Data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4, 170171. </a:t>
            </a:r>
            <a:r>
              <a:rPr lang="en-US" sz="1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7"/>
              </a:rPr>
              <a:t>https://doi.org/10.1038/sdata.2017.171</a:t>
            </a:r>
            <a:endParaRPr lang="en-US" sz="14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Lundberg, S.M. and Lee, S.-I. (2017) ‘A unified approach to interpreting model predictions’</a:t>
            </a:r>
            <a:r>
              <a:rPr lang="en-US" sz="1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 Advances in Neural Information Processing Systems 30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Red Hook, NY: Curran Associates, pp. 4765–4774.</a:t>
            </a:r>
          </a:p>
          <a:p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Oyedotun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S.A.,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Ejenarhome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O.P. and Oise, G.P. (2025) ‘Learning analytics and predictive modeling: enhancing student success through data-driven insights’</a:t>
            </a:r>
            <a:r>
              <a:rPr lang="en-US" sz="1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Journal of Science Research and Reviews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2(3), pp. 42–51. </a:t>
            </a:r>
            <a:r>
              <a:rPr lang="en-US" sz="1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8"/>
              </a:rPr>
              <a:t>https://doi.org/10.70882/josrar.2025.v2i3.77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F20C92-378A-D515-6614-D16DA834AECA}"/>
              </a:ext>
            </a:extLst>
          </p:cNvPr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438534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5470</TotalTime>
  <Words>2008</Words>
  <Application>Microsoft Office PowerPoint</Application>
  <PresentationFormat>Widescreen</PresentationFormat>
  <Paragraphs>276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Cambria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PIUS TWUMASI</dc:creator>
  <cp:lastModifiedBy>PIUS TWUMASI</cp:lastModifiedBy>
  <cp:revision>1</cp:revision>
  <dcterms:created xsi:type="dcterms:W3CDTF">2026-08-20T00:53:53Z</dcterms:created>
  <dcterms:modified xsi:type="dcterms:W3CDTF">2026-09-10T19:19:01Z</dcterms:modified>
</cp:coreProperties>
</file>